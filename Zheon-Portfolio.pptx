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9155" y="1149400"/>
            <a:ext cx="282554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159155" y="2108150"/>
            <a:ext cx="282554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영상 분석 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159155" y="2860625"/>
            <a:ext cx="28255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10일간의 Svelte 5 실전 도전기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59155" y="3606701"/>
            <a:ext cx="28255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zheon.xiyo.dev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4775"/>
            <a:ext cx="314205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- 문제 인식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1143000"/>
            <a:ext cx="4600724" cy="266640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영어권 기술 콘텐츠의 높은 진입 장벽</a:t>
            </a:r>
            <a:endParaRPr lang="en-US" sz="1800" dirty="0"/>
          </a:p>
          <a:p>
            <a:pPr algn="l" marL="190500" indent="-1905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번역 자막의 품질 문제 (특히 말장난, 익살)</a:t>
            </a:r>
            <a:endParaRPr lang="en-US" sz="1800" dirty="0"/>
          </a:p>
          <a:p>
            <a:pPr algn="l" marL="190500" indent="-1905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화제몰이 vs 실질적 콘텐츠 구분 불가</a:t>
            </a:r>
            <a:endParaRPr lang="en-US" sz="1800" dirty="0"/>
          </a:p>
          <a:p>
            <a:pPr algn="l" marL="190500" indent="-1905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시청 전 영상 의도 파악 필요성</a:t>
            </a:r>
            <a:endParaRPr lang="en-US" sz="1800" dirty="0"/>
          </a:p>
          <a:p>
            <a:pPr algn="l" marL="190500" indent="-190500">
              <a:lnSpc>
                <a:spcPts val="324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 5 웹 생태계 최신 기술 한계 체험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19063"/>
            <a:ext cx="378449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1143000"/>
            <a:ext cx="7874198" cy="8126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73001" y="1143000"/>
            <a:ext cx="0" cy="812602"/>
          </a:xfrm>
          <a:prstGeom prst="line">
            <a:avLst/>
          </a:prstGeom>
          <a:noFill/>
          <a:ln w="7620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002" y="1396901"/>
            <a:ext cx="74360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기간: 10일 풀타임 | 1인 개발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4901" y="2209502"/>
            <a:ext cx="80316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01" y="2666702"/>
            <a:ext cx="7874198" cy="130016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자막/댓글 자동 수집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영상 요약 및 인사이트 생성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분석 (감정 분포, 연령 추정)</a:t>
            </a:r>
            <a:endParaRPr lang="en-US" sz="16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카테고리/태그별 필터링 및 검색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19063"/>
            <a:ext cx="740260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- Frontend &amp; Backend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1143000"/>
            <a:ext cx="43329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4901" y="1476375"/>
            <a:ext cx="433296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 5 (runes, async components, remote functions)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725364"/>
            <a:ext cx="433296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SvelteKit 2 + Tailwind CSS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2152055"/>
            <a:ext cx="43329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4901" y="2485430"/>
            <a:ext cx="433296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(PostgreSQL + Realtime)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4901" y="2912120"/>
            <a:ext cx="43329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4901" y="3245495"/>
            <a:ext cx="433296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 (Node.js 완전 대체, 코드 수정 제로)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4901" y="3672185"/>
            <a:ext cx="433296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Tools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4901" y="4005560"/>
            <a:ext cx="433296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Lite (AI 분석)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4901" y="4254550"/>
            <a:ext cx="4332961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Max (AI 페어 프로그래밍)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7638"/>
            <a:ext cx="642528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#1: Remote Functions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143000"/>
            <a:ext cx="75166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1638300"/>
            <a:ext cx="7516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전용 실행으로 인한 네트워크 홉 증가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2031950"/>
            <a:ext cx="7516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RLS는 클라이언트 직접 쿼리 가능하지만, Remote Functions는 SvelteKit 서버를 거쳐야 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2425601"/>
            <a:ext cx="75166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시행착오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4901" y="2920901"/>
            <a:ext cx="7516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5.43.5 버전 라우팅 버그로 2일 소모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4901" y="3314551"/>
            <a:ext cx="7516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불가능한 동작 (실험적 기능)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901" y="3733651"/>
            <a:ext cx="7369225" cy="57150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58713" y="3733651"/>
            <a:ext cx="0" cy="571500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926" y="3886051"/>
            <a:ext cx="7157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점: API는 아름답지만 유니버설 모드 필요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7638"/>
            <a:ext cx="725398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#2: YouTube Rate Limiting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143000"/>
            <a:ext cx="26075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549301"/>
            <a:ext cx="260754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자막 요청 시 429 에러 발생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881783"/>
            <a:ext cx="26075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시도 (실패)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4901" y="2288084"/>
            <a:ext cx="260754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node 로테이션 + 10초 대기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620566"/>
            <a:ext cx="260754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연속 요청 불가, 너무 느림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01" y="2953048"/>
            <a:ext cx="26075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해결책 (성공)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4901" y="3359348"/>
            <a:ext cx="260754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Tor의 사용자 기반 exit node 선택 활용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4901" y="3691830"/>
            <a:ext cx="260754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요청마다 랜덤 사용자 생성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901" y="4049762"/>
            <a:ext cx="2556421" cy="484882"/>
          </a:xfrm>
          <a:prstGeom prst="rect">
            <a:avLst/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8713" y="4049762"/>
            <a:ext cx="0" cy="48488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476" y="4176712"/>
            <a:ext cx="229999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 대기 없이 연속 요청 성공!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7638"/>
            <a:ext cx="518200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#3: Deployment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269950"/>
            <a:ext cx="4023271" cy="135522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713" y="1269950"/>
            <a:ext cx="0" cy="1355229"/>
          </a:xfrm>
          <a:prstGeom prst="line">
            <a:avLst/>
          </a:prstGeom>
          <a:noFill/>
          <a:ln w="47625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026" y="1460450"/>
            <a:ext cx="366653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1차: Cloudflare Workers (실패)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026" y="1838176"/>
            <a:ext cx="3594646" cy="545753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5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영구 인스턴스 유지 불가 (YouTube.js 매번 재생성)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 타임아웃으로 긴 분석 작업 중단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2752130"/>
            <a:ext cx="4023271" cy="1653480"/>
          </a:xfrm>
          <a:prstGeom prst="rect">
            <a:avLst/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713" y="2752130"/>
            <a:ext cx="0" cy="1653480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026" y="2942630"/>
            <a:ext cx="366653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2차: Raspberry Pi 4 + Bun (성공)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3026" y="3320355"/>
            <a:ext cx="3594646" cy="844004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95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완전 대체, 코드 수정 제로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안정적인 인스턴스 유지</a:t>
            </a:r>
            <a:endParaRPr lang="en-US" sz="1300" dirty="0"/>
          </a:p>
          <a:p>
            <a:pPr algn="l" marL="127000" indent="-127000">
              <a:lnSpc>
                <a:spcPts val="195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우수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901" y="4596110"/>
            <a:ext cx="41037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인사이트: Bun은 프로덕션 준비 완료!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E4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47638"/>
            <a:ext cx="85971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#4: AI Coding (Claude Code Max)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143000"/>
            <a:ext cx="20631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좋았던 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600200"/>
            <a:ext cx="2022723" cy="10031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 MCP 자동 수정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 4→5 구문 전환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 스캐폴딩 유용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38624" y="1143000"/>
            <a:ext cx="20631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답답했던 점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38624" y="1600200"/>
            <a:ext cx="2022723" cy="16380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코드 반복 생성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분리 규칙 위반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 4 구문 고집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문서 없으면 신뢰 불가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3593604"/>
            <a:ext cx="4426446" cy="600075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713" y="3593604"/>
            <a:ext cx="0" cy="600075"/>
          </a:xfrm>
          <a:prstGeom prst="line">
            <a:avLst/>
          </a:prstGeom>
          <a:noFill/>
          <a:ln w="47625">
            <a:solidFill>
              <a:srgbClr val="FE44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3026" y="3784104"/>
            <a:ext cx="40777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구글 검색 못하는 주니어 개발자와 일하는 느낌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04775"/>
            <a:ext cx="30828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기타 기술적 선택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1143000"/>
            <a:ext cx="3951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시스템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549301"/>
            <a:ext cx="3951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Labs 디자인 토큰 + Tailwind CSS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4901" y="1854101"/>
            <a:ext cx="3951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Storybook CSS 문제로 커스텀 컴포넌트 직접 제작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4901" y="2476351"/>
            <a:ext cx="3951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반응성 최적화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01" y="2882652"/>
            <a:ext cx="3951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{#await} 블록으로 모든 로딩 상태 시각화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4901" y="3187452"/>
            <a:ext cx="3951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적극적인 캐싱으로 즉각적인 반응성 확보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4901" y="3492252"/>
            <a:ext cx="39514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"클릭했는지 모르는" 답답함 제거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184" y="1681163"/>
            <a:ext cx="733763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동작을 보여드리겠습니다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03184" y="2805113"/>
            <a:ext cx="73376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FF3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19063"/>
            <a:ext cx="3413632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1143000"/>
            <a:ext cx="4523333" cy="55378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73001" y="1143000"/>
            <a:ext cx="0" cy="553789"/>
          </a:xfrm>
          <a:prstGeom prst="line">
            <a:avLst/>
          </a:prstGeom>
          <a:noFill/>
          <a:ln w="7620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9701" y="1295400"/>
            <a:ext cx="406973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Remote Functions는 강력하지만 유니버설 모드 필요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1823740"/>
            <a:ext cx="4523333" cy="55378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73001" y="1823740"/>
            <a:ext cx="0" cy="553789"/>
          </a:xfrm>
          <a:prstGeom prst="line">
            <a:avLst/>
          </a:prstGeom>
          <a:noFill/>
          <a:ln w="76200">
            <a:solidFill>
              <a:srgbClr val="FE4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9701" y="1976140"/>
            <a:ext cx="406973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Svelte 5 반응성은 UI 구축을 즐겁게 만듦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4901" y="2504480"/>
            <a:ext cx="4523333" cy="55378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73001" y="2504480"/>
            <a:ext cx="0" cy="553789"/>
          </a:xfrm>
          <a:prstGeom prst="line">
            <a:avLst/>
          </a:prstGeom>
          <a:noFill/>
          <a:ln w="76200">
            <a:solidFill>
              <a:srgbClr val="FE44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9701" y="2656880"/>
            <a:ext cx="406973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Bun은 프로덕션 준비 완료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4901" y="3185220"/>
            <a:ext cx="4523333" cy="55378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73001" y="3185220"/>
            <a:ext cx="0" cy="553789"/>
          </a:xfrm>
          <a:prstGeom prst="line">
            <a:avLst/>
          </a:prstGeom>
          <a:noFill/>
          <a:ln w="76200">
            <a:solidFill>
              <a:srgbClr val="FE4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701" y="3337620"/>
            <a:ext cx="406973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코딩 도구는 새 프레임워크에선 지속적 감독 필요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4901" y="3865959"/>
            <a:ext cx="4523333" cy="553789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3001" y="3865959"/>
            <a:ext cx="0" cy="553789"/>
          </a:xfrm>
          <a:prstGeom prst="line">
            <a:avLst/>
          </a:prstGeom>
          <a:noFill/>
          <a:ln w="76200">
            <a:solidFill>
              <a:srgbClr val="FE4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701" y="4018359"/>
            <a:ext cx="406973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UI 사용자 피드백은 협상 불가 - 추측하게 하지 말 것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19063"/>
            <a:ext cx="5000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&amp; Future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1143000"/>
            <a:ext cx="37769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(데모 버전)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1704975"/>
            <a:ext cx="3702844" cy="109701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Lite 사용 (빠르지만 가끔 부정확)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커뮤니티 분석 (감정/연령 분포)</a:t>
            </a:r>
            <a:endParaRPr lang="en-US" sz="1600" dirty="0"/>
          </a:p>
          <a:p>
            <a:pPr algn="l" marL="190500" indent="-190500">
              <a:lnSpc>
                <a:spcPts val="2880"/>
              </a:lnSpc>
              <a:buSzPct val="100000"/>
              <a:buChar char="•"/>
            </a:pPr>
            <a:r>
              <a:rPr lang="en-US" sz="16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때때로 뉘앙스를 놓침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4901" y="3119438"/>
            <a:ext cx="3702844" cy="1041350"/>
          </a:xfrm>
          <a:prstGeom prst="rect">
            <a:avLst/>
          </a:prstGeom>
          <a:solidFill>
            <a:srgbClr val="D5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58713" y="3119438"/>
            <a:ext cx="0" cy="1041350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026" y="3309938"/>
            <a:ext cx="333970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277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3026" y="3741688"/>
            <a:ext cx="33397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나은 AI 모델 도입 및 정확도 개선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6529" y="879425"/>
            <a:ext cx="3990793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576529" y="1917650"/>
            <a:ext cx="399079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zheon.xiyo.dev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76529" y="2460575"/>
            <a:ext cx="3990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10일간의 여정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76529" y="2955875"/>
            <a:ext cx="39907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 5의 최전선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76529" y="3768626"/>
            <a:ext cx="3990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Zheon - YouTube Analysis App</dc:title>
  <dc:subject>PptxGenJS Presentation</dc:subject>
  <dc:creator>XIYO</dc:creator>
  <cp:lastModifiedBy>XIYO</cp:lastModifiedBy>
  <cp:revision>1</cp:revision>
  <dcterms:created xsi:type="dcterms:W3CDTF">2025-11-13T12:03:55Z</dcterms:created>
  <dcterms:modified xsi:type="dcterms:W3CDTF">2025-11-13T12:03:55Z</dcterms:modified>
</cp:coreProperties>
</file>